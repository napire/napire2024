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Lst>
  <p:sldSz cx="5327650"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14"/>
    <p:restoredTop sz="94704"/>
  </p:normalViewPr>
  <p:slideViewPr>
    <p:cSldViewPr snapToGrid="0">
      <p:cViewPr varScale="1">
        <p:scale>
          <a:sx n="146" d="100"/>
          <a:sy n="146" d="100"/>
        </p:scale>
        <p:origin x="36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99574" y="1237197"/>
            <a:ext cx="4528503" cy="2631887"/>
          </a:xfrm>
        </p:spPr>
        <p:txBody>
          <a:bodyPr anchor="b"/>
          <a:lstStyle>
            <a:lvl1pPr algn="ctr">
              <a:defRPr sz="3496"/>
            </a:lvl1pPr>
          </a:lstStyle>
          <a:p>
            <a:r>
              <a:rPr lang="en-GB"/>
              <a:t>Click to edit Master title style</a:t>
            </a:r>
            <a:endParaRPr lang="en-US" dirty="0"/>
          </a:p>
        </p:txBody>
      </p:sp>
      <p:sp>
        <p:nvSpPr>
          <p:cNvPr id="3" name="Subtitle 2"/>
          <p:cNvSpPr>
            <a:spLocks noGrp="1"/>
          </p:cNvSpPr>
          <p:nvPr>
            <p:ph type="subTitle" idx="1"/>
          </p:nvPr>
        </p:nvSpPr>
        <p:spPr>
          <a:xfrm>
            <a:off x="665956" y="3970580"/>
            <a:ext cx="3995738" cy="1825171"/>
          </a:xfrm>
        </p:spPr>
        <p:txBody>
          <a:bodyPr/>
          <a:lstStyle>
            <a:lvl1pPr marL="0" indent="0" algn="ctr">
              <a:buNone/>
              <a:defRPr sz="1398"/>
            </a:lvl1pPr>
            <a:lvl2pPr marL="266365" indent="0" algn="ctr">
              <a:buNone/>
              <a:defRPr sz="1165"/>
            </a:lvl2pPr>
            <a:lvl3pPr marL="532729" indent="0" algn="ctr">
              <a:buNone/>
              <a:defRPr sz="1049"/>
            </a:lvl3pPr>
            <a:lvl4pPr marL="799094" indent="0" algn="ctr">
              <a:buNone/>
              <a:defRPr sz="932"/>
            </a:lvl4pPr>
            <a:lvl5pPr marL="1065459" indent="0" algn="ctr">
              <a:buNone/>
              <a:defRPr sz="932"/>
            </a:lvl5pPr>
            <a:lvl6pPr marL="1331824" indent="0" algn="ctr">
              <a:buNone/>
              <a:defRPr sz="932"/>
            </a:lvl6pPr>
            <a:lvl7pPr marL="1598188" indent="0" algn="ctr">
              <a:buNone/>
              <a:defRPr sz="932"/>
            </a:lvl7pPr>
            <a:lvl8pPr marL="1864553" indent="0" algn="ctr">
              <a:buNone/>
              <a:defRPr sz="932"/>
            </a:lvl8pPr>
            <a:lvl9pPr marL="2130918" indent="0" algn="ctr">
              <a:buNone/>
              <a:defRPr sz="93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CBC377A-BB38-ED4B-8E48-D215F9485276}"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828254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CBC377A-BB38-ED4B-8E48-D215F9485276}"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4068163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3501" y="1884671"/>
            <a:ext cx="4595098" cy="3144614"/>
          </a:xfrm>
        </p:spPr>
        <p:txBody>
          <a:bodyPr anchor="b"/>
          <a:lstStyle>
            <a:lvl1pPr>
              <a:defRPr sz="3496"/>
            </a:lvl1pPr>
          </a:lstStyle>
          <a:p>
            <a:r>
              <a:rPr lang="en-GB"/>
              <a:t>Click to edit Master title style</a:t>
            </a:r>
            <a:endParaRPr lang="en-US" dirty="0"/>
          </a:p>
        </p:txBody>
      </p:sp>
      <p:sp>
        <p:nvSpPr>
          <p:cNvPr id="3" name="Text Placeholder 2"/>
          <p:cNvSpPr>
            <a:spLocks noGrp="1"/>
          </p:cNvSpPr>
          <p:nvPr>
            <p:ph type="body" idx="1"/>
          </p:nvPr>
        </p:nvSpPr>
        <p:spPr>
          <a:xfrm>
            <a:off x="363501" y="5059035"/>
            <a:ext cx="4595098" cy="1653678"/>
          </a:xfrm>
        </p:spPr>
        <p:txBody>
          <a:bodyPr/>
          <a:lstStyle>
            <a:lvl1pPr marL="0" indent="0">
              <a:buNone/>
              <a:defRPr sz="1398">
                <a:solidFill>
                  <a:schemeClr val="tx1">
                    <a:tint val="82000"/>
                  </a:schemeClr>
                </a:solidFill>
              </a:defRPr>
            </a:lvl1pPr>
            <a:lvl2pPr marL="266365" indent="0">
              <a:buNone/>
              <a:defRPr sz="1165">
                <a:solidFill>
                  <a:schemeClr val="tx1">
                    <a:tint val="82000"/>
                  </a:schemeClr>
                </a:solidFill>
              </a:defRPr>
            </a:lvl2pPr>
            <a:lvl3pPr marL="532729" indent="0">
              <a:buNone/>
              <a:defRPr sz="1049">
                <a:solidFill>
                  <a:schemeClr val="tx1">
                    <a:tint val="82000"/>
                  </a:schemeClr>
                </a:solidFill>
              </a:defRPr>
            </a:lvl3pPr>
            <a:lvl4pPr marL="799094" indent="0">
              <a:buNone/>
              <a:defRPr sz="932">
                <a:solidFill>
                  <a:schemeClr val="tx1">
                    <a:tint val="82000"/>
                  </a:schemeClr>
                </a:solidFill>
              </a:defRPr>
            </a:lvl4pPr>
            <a:lvl5pPr marL="1065459" indent="0">
              <a:buNone/>
              <a:defRPr sz="932">
                <a:solidFill>
                  <a:schemeClr val="tx1">
                    <a:tint val="82000"/>
                  </a:schemeClr>
                </a:solidFill>
              </a:defRPr>
            </a:lvl5pPr>
            <a:lvl6pPr marL="1331824" indent="0">
              <a:buNone/>
              <a:defRPr sz="932">
                <a:solidFill>
                  <a:schemeClr val="tx1">
                    <a:tint val="82000"/>
                  </a:schemeClr>
                </a:solidFill>
              </a:defRPr>
            </a:lvl6pPr>
            <a:lvl7pPr marL="1598188" indent="0">
              <a:buNone/>
              <a:defRPr sz="932">
                <a:solidFill>
                  <a:schemeClr val="tx1">
                    <a:tint val="82000"/>
                  </a:schemeClr>
                </a:solidFill>
              </a:defRPr>
            </a:lvl7pPr>
            <a:lvl8pPr marL="1864553" indent="0">
              <a:buNone/>
              <a:defRPr sz="932">
                <a:solidFill>
                  <a:schemeClr val="tx1">
                    <a:tint val="82000"/>
                  </a:schemeClr>
                </a:solidFill>
              </a:defRPr>
            </a:lvl8pPr>
            <a:lvl9pPr marL="2130918" indent="0">
              <a:buNone/>
              <a:defRPr sz="93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CBC377A-BB38-ED4B-8E48-D215F9485276}"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054252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66276" y="2012414"/>
            <a:ext cx="2264251" cy="47965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2697123" y="2012414"/>
            <a:ext cx="2264251" cy="47965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CBC377A-BB38-ED4B-8E48-D215F9485276}"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1725162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6970" y="402484"/>
            <a:ext cx="4595098" cy="1461188"/>
          </a:xfrm>
        </p:spPr>
        <p:txBody>
          <a:bodyPr/>
          <a:lstStyle/>
          <a:p>
            <a:r>
              <a:rPr lang="en-GB"/>
              <a:t>Click to edit Master title style</a:t>
            </a:r>
            <a:endParaRPr lang="en-US" dirty="0"/>
          </a:p>
        </p:txBody>
      </p:sp>
      <p:sp>
        <p:nvSpPr>
          <p:cNvPr id="3" name="Text Placeholder 2"/>
          <p:cNvSpPr>
            <a:spLocks noGrp="1"/>
          </p:cNvSpPr>
          <p:nvPr>
            <p:ph type="body" idx="1"/>
          </p:nvPr>
        </p:nvSpPr>
        <p:spPr>
          <a:xfrm>
            <a:off x="366971" y="1853171"/>
            <a:ext cx="2253845" cy="908210"/>
          </a:xfrm>
        </p:spPr>
        <p:txBody>
          <a:bodyPr anchor="b"/>
          <a:lstStyle>
            <a:lvl1pPr marL="0" indent="0">
              <a:buNone/>
              <a:defRPr sz="1398" b="1"/>
            </a:lvl1pPr>
            <a:lvl2pPr marL="266365" indent="0">
              <a:buNone/>
              <a:defRPr sz="1165" b="1"/>
            </a:lvl2pPr>
            <a:lvl3pPr marL="532729" indent="0">
              <a:buNone/>
              <a:defRPr sz="1049" b="1"/>
            </a:lvl3pPr>
            <a:lvl4pPr marL="799094" indent="0">
              <a:buNone/>
              <a:defRPr sz="932" b="1"/>
            </a:lvl4pPr>
            <a:lvl5pPr marL="1065459" indent="0">
              <a:buNone/>
              <a:defRPr sz="932" b="1"/>
            </a:lvl5pPr>
            <a:lvl6pPr marL="1331824" indent="0">
              <a:buNone/>
              <a:defRPr sz="932" b="1"/>
            </a:lvl6pPr>
            <a:lvl7pPr marL="1598188" indent="0">
              <a:buNone/>
              <a:defRPr sz="932" b="1"/>
            </a:lvl7pPr>
            <a:lvl8pPr marL="1864553" indent="0">
              <a:buNone/>
              <a:defRPr sz="932" b="1"/>
            </a:lvl8pPr>
            <a:lvl9pPr marL="2130918" indent="0">
              <a:buNone/>
              <a:defRPr sz="932" b="1"/>
            </a:lvl9pPr>
          </a:lstStyle>
          <a:p>
            <a:pPr lvl="0"/>
            <a:r>
              <a:rPr lang="en-GB"/>
              <a:t>Click to edit Master text styles</a:t>
            </a:r>
          </a:p>
        </p:txBody>
      </p:sp>
      <p:sp>
        <p:nvSpPr>
          <p:cNvPr id="4" name="Content Placeholder 3"/>
          <p:cNvSpPr>
            <a:spLocks noGrp="1"/>
          </p:cNvSpPr>
          <p:nvPr>
            <p:ph sz="half" idx="2"/>
          </p:nvPr>
        </p:nvSpPr>
        <p:spPr>
          <a:xfrm>
            <a:off x="366971" y="2761381"/>
            <a:ext cx="2253845" cy="40615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2697123" y="1853171"/>
            <a:ext cx="2264945" cy="908210"/>
          </a:xfrm>
        </p:spPr>
        <p:txBody>
          <a:bodyPr anchor="b"/>
          <a:lstStyle>
            <a:lvl1pPr marL="0" indent="0">
              <a:buNone/>
              <a:defRPr sz="1398" b="1"/>
            </a:lvl1pPr>
            <a:lvl2pPr marL="266365" indent="0">
              <a:buNone/>
              <a:defRPr sz="1165" b="1"/>
            </a:lvl2pPr>
            <a:lvl3pPr marL="532729" indent="0">
              <a:buNone/>
              <a:defRPr sz="1049" b="1"/>
            </a:lvl3pPr>
            <a:lvl4pPr marL="799094" indent="0">
              <a:buNone/>
              <a:defRPr sz="932" b="1"/>
            </a:lvl4pPr>
            <a:lvl5pPr marL="1065459" indent="0">
              <a:buNone/>
              <a:defRPr sz="932" b="1"/>
            </a:lvl5pPr>
            <a:lvl6pPr marL="1331824" indent="0">
              <a:buNone/>
              <a:defRPr sz="932" b="1"/>
            </a:lvl6pPr>
            <a:lvl7pPr marL="1598188" indent="0">
              <a:buNone/>
              <a:defRPr sz="932" b="1"/>
            </a:lvl7pPr>
            <a:lvl8pPr marL="1864553" indent="0">
              <a:buNone/>
              <a:defRPr sz="932" b="1"/>
            </a:lvl8pPr>
            <a:lvl9pPr marL="2130918" indent="0">
              <a:buNone/>
              <a:defRPr sz="932" b="1"/>
            </a:lvl9pPr>
          </a:lstStyle>
          <a:p>
            <a:pPr lvl="0"/>
            <a:r>
              <a:rPr lang="en-GB"/>
              <a:t>Click to edit Master text styles</a:t>
            </a:r>
          </a:p>
        </p:txBody>
      </p:sp>
      <p:sp>
        <p:nvSpPr>
          <p:cNvPr id="6" name="Content Placeholder 5"/>
          <p:cNvSpPr>
            <a:spLocks noGrp="1"/>
          </p:cNvSpPr>
          <p:nvPr>
            <p:ph sz="quarter" idx="4"/>
          </p:nvPr>
        </p:nvSpPr>
        <p:spPr>
          <a:xfrm>
            <a:off x="2697123" y="2761381"/>
            <a:ext cx="2264945" cy="40615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CBC377A-BB38-ED4B-8E48-D215F9485276}" type="datetimeFigureOut">
              <a:rPr lang="en-GB" smtClean="0"/>
              <a:t>11/12/2024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1367349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CBC377A-BB38-ED4B-8E48-D215F9485276}" type="datetimeFigureOut">
              <a:rPr lang="en-GB" smtClean="0"/>
              <a:t>11/12/2024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33369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C377A-BB38-ED4B-8E48-D215F9485276}" type="datetimeFigureOut">
              <a:rPr lang="en-GB" smtClean="0"/>
              <a:t>11/12/2024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1619830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66970" y="503978"/>
            <a:ext cx="1718306" cy="1763924"/>
          </a:xfrm>
        </p:spPr>
        <p:txBody>
          <a:bodyPr anchor="b"/>
          <a:lstStyle>
            <a:lvl1pPr>
              <a:defRPr sz="1864"/>
            </a:lvl1pPr>
          </a:lstStyle>
          <a:p>
            <a:r>
              <a:rPr lang="en-GB"/>
              <a:t>Click to edit Master title style</a:t>
            </a:r>
            <a:endParaRPr lang="en-US" dirty="0"/>
          </a:p>
        </p:txBody>
      </p:sp>
      <p:sp>
        <p:nvSpPr>
          <p:cNvPr id="3" name="Content Placeholder 2"/>
          <p:cNvSpPr>
            <a:spLocks noGrp="1"/>
          </p:cNvSpPr>
          <p:nvPr>
            <p:ph idx="1"/>
          </p:nvPr>
        </p:nvSpPr>
        <p:spPr>
          <a:xfrm>
            <a:off x="2264945" y="1088455"/>
            <a:ext cx="2697123" cy="5372269"/>
          </a:xfrm>
        </p:spPr>
        <p:txBody>
          <a:bodyPr/>
          <a:lstStyle>
            <a:lvl1pPr>
              <a:defRPr sz="1864"/>
            </a:lvl1pPr>
            <a:lvl2pPr>
              <a:defRPr sz="1631"/>
            </a:lvl2pPr>
            <a:lvl3pPr>
              <a:defRPr sz="1398"/>
            </a:lvl3pPr>
            <a:lvl4pPr>
              <a:defRPr sz="1165"/>
            </a:lvl4pPr>
            <a:lvl5pPr>
              <a:defRPr sz="1165"/>
            </a:lvl5pPr>
            <a:lvl6pPr>
              <a:defRPr sz="1165"/>
            </a:lvl6pPr>
            <a:lvl7pPr>
              <a:defRPr sz="1165"/>
            </a:lvl7pPr>
            <a:lvl8pPr>
              <a:defRPr sz="1165"/>
            </a:lvl8pPr>
            <a:lvl9pPr>
              <a:defRPr sz="116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366970" y="2267902"/>
            <a:ext cx="1718306" cy="4201570"/>
          </a:xfrm>
        </p:spPr>
        <p:txBody>
          <a:bodyPr/>
          <a:lstStyle>
            <a:lvl1pPr marL="0" indent="0">
              <a:buNone/>
              <a:defRPr sz="932"/>
            </a:lvl1pPr>
            <a:lvl2pPr marL="266365" indent="0">
              <a:buNone/>
              <a:defRPr sz="816"/>
            </a:lvl2pPr>
            <a:lvl3pPr marL="532729" indent="0">
              <a:buNone/>
              <a:defRPr sz="699"/>
            </a:lvl3pPr>
            <a:lvl4pPr marL="799094" indent="0">
              <a:buNone/>
              <a:defRPr sz="583"/>
            </a:lvl4pPr>
            <a:lvl5pPr marL="1065459" indent="0">
              <a:buNone/>
              <a:defRPr sz="583"/>
            </a:lvl5pPr>
            <a:lvl6pPr marL="1331824" indent="0">
              <a:buNone/>
              <a:defRPr sz="583"/>
            </a:lvl6pPr>
            <a:lvl7pPr marL="1598188" indent="0">
              <a:buNone/>
              <a:defRPr sz="583"/>
            </a:lvl7pPr>
            <a:lvl8pPr marL="1864553" indent="0">
              <a:buNone/>
              <a:defRPr sz="583"/>
            </a:lvl8pPr>
            <a:lvl9pPr marL="2130918" indent="0">
              <a:buNone/>
              <a:defRPr sz="583"/>
            </a:lvl9pPr>
          </a:lstStyle>
          <a:p>
            <a:pPr lvl="0"/>
            <a:r>
              <a:rPr lang="en-GB"/>
              <a:t>Click to edit Master text styles</a:t>
            </a:r>
          </a:p>
        </p:txBody>
      </p:sp>
      <p:sp>
        <p:nvSpPr>
          <p:cNvPr id="5" name="Date Placeholder 4"/>
          <p:cNvSpPr>
            <a:spLocks noGrp="1"/>
          </p:cNvSpPr>
          <p:nvPr>
            <p:ph type="dt" sz="half" idx="10"/>
          </p:nvPr>
        </p:nvSpPr>
        <p:spPr/>
        <p:txBody>
          <a:bodyPr/>
          <a:lstStyle/>
          <a:p>
            <a:fld id="{7CBC377A-BB38-ED4B-8E48-D215F9485276}"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790606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66970" y="503978"/>
            <a:ext cx="1718306" cy="1763924"/>
          </a:xfrm>
        </p:spPr>
        <p:txBody>
          <a:bodyPr anchor="b"/>
          <a:lstStyle>
            <a:lvl1pPr>
              <a:defRPr sz="1864"/>
            </a:lvl1pPr>
          </a:lstStyle>
          <a:p>
            <a:r>
              <a:rPr lang="en-GB"/>
              <a:t>Click to edit Master title style</a:t>
            </a:r>
            <a:endParaRPr lang="en-US" dirty="0"/>
          </a:p>
        </p:txBody>
      </p:sp>
      <p:sp>
        <p:nvSpPr>
          <p:cNvPr id="3" name="Picture Placeholder 2"/>
          <p:cNvSpPr>
            <a:spLocks noGrp="1" noChangeAspect="1"/>
          </p:cNvSpPr>
          <p:nvPr>
            <p:ph type="pic" idx="1"/>
          </p:nvPr>
        </p:nvSpPr>
        <p:spPr>
          <a:xfrm>
            <a:off x="2264945" y="1088455"/>
            <a:ext cx="2697123" cy="5372269"/>
          </a:xfrm>
        </p:spPr>
        <p:txBody>
          <a:bodyPr anchor="t"/>
          <a:lstStyle>
            <a:lvl1pPr marL="0" indent="0">
              <a:buNone/>
              <a:defRPr sz="1864"/>
            </a:lvl1pPr>
            <a:lvl2pPr marL="266365" indent="0">
              <a:buNone/>
              <a:defRPr sz="1631"/>
            </a:lvl2pPr>
            <a:lvl3pPr marL="532729" indent="0">
              <a:buNone/>
              <a:defRPr sz="1398"/>
            </a:lvl3pPr>
            <a:lvl4pPr marL="799094" indent="0">
              <a:buNone/>
              <a:defRPr sz="1165"/>
            </a:lvl4pPr>
            <a:lvl5pPr marL="1065459" indent="0">
              <a:buNone/>
              <a:defRPr sz="1165"/>
            </a:lvl5pPr>
            <a:lvl6pPr marL="1331824" indent="0">
              <a:buNone/>
              <a:defRPr sz="1165"/>
            </a:lvl6pPr>
            <a:lvl7pPr marL="1598188" indent="0">
              <a:buNone/>
              <a:defRPr sz="1165"/>
            </a:lvl7pPr>
            <a:lvl8pPr marL="1864553" indent="0">
              <a:buNone/>
              <a:defRPr sz="1165"/>
            </a:lvl8pPr>
            <a:lvl9pPr marL="2130918" indent="0">
              <a:buNone/>
              <a:defRPr sz="1165"/>
            </a:lvl9pPr>
          </a:lstStyle>
          <a:p>
            <a:r>
              <a:rPr lang="en-GB"/>
              <a:t>Click icon to add picture</a:t>
            </a:r>
            <a:endParaRPr lang="en-US" dirty="0"/>
          </a:p>
        </p:txBody>
      </p:sp>
      <p:sp>
        <p:nvSpPr>
          <p:cNvPr id="4" name="Text Placeholder 3"/>
          <p:cNvSpPr>
            <a:spLocks noGrp="1"/>
          </p:cNvSpPr>
          <p:nvPr>
            <p:ph type="body" sz="half" idx="2"/>
          </p:nvPr>
        </p:nvSpPr>
        <p:spPr>
          <a:xfrm>
            <a:off x="366970" y="2267902"/>
            <a:ext cx="1718306" cy="4201570"/>
          </a:xfrm>
        </p:spPr>
        <p:txBody>
          <a:bodyPr/>
          <a:lstStyle>
            <a:lvl1pPr marL="0" indent="0">
              <a:buNone/>
              <a:defRPr sz="932"/>
            </a:lvl1pPr>
            <a:lvl2pPr marL="266365" indent="0">
              <a:buNone/>
              <a:defRPr sz="816"/>
            </a:lvl2pPr>
            <a:lvl3pPr marL="532729" indent="0">
              <a:buNone/>
              <a:defRPr sz="699"/>
            </a:lvl3pPr>
            <a:lvl4pPr marL="799094" indent="0">
              <a:buNone/>
              <a:defRPr sz="583"/>
            </a:lvl4pPr>
            <a:lvl5pPr marL="1065459" indent="0">
              <a:buNone/>
              <a:defRPr sz="583"/>
            </a:lvl5pPr>
            <a:lvl6pPr marL="1331824" indent="0">
              <a:buNone/>
              <a:defRPr sz="583"/>
            </a:lvl6pPr>
            <a:lvl7pPr marL="1598188" indent="0">
              <a:buNone/>
              <a:defRPr sz="583"/>
            </a:lvl7pPr>
            <a:lvl8pPr marL="1864553" indent="0">
              <a:buNone/>
              <a:defRPr sz="583"/>
            </a:lvl8pPr>
            <a:lvl9pPr marL="2130918" indent="0">
              <a:buNone/>
              <a:defRPr sz="583"/>
            </a:lvl9pPr>
          </a:lstStyle>
          <a:p>
            <a:pPr lvl="0"/>
            <a:r>
              <a:rPr lang="en-GB"/>
              <a:t>Click to edit Master text styles</a:t>
            </a:r>
          </a:p>
        </p:txBody>
      </p:sp>
      <p:sp>
        <p:nvSpPr>
          <p:cNvPr id="5" name="Date Placeholder 4"/>
          <p:cNvSpPr>
            <a:spLocks noGrp="1"/>
          </p:cNvSpPr>
          <p:nvPr>
            <p:ph type="dt" sz="half" idx="10"/>
          </p:nvPr>
        </p:nvSpPr>
        <p:spPr/>
        <p:txBody>
          <a:bodyPr/>
          <a:lstStyle/>
          <a:p>
            <a:fld id="{7CBC377A-BB38-ED4B-8E48-D215F9485276}"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95590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CBC377A-BB38-ED4B-8E48-D215F9485276}"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1304148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2600" y="402483"/>
            <a:ext cx="1148775" cy="640647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66276" y="402483"/>
            <a:ext cx="3379728" cy="64064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CBC377A-BB38-ED4B-8E48-D215F9485276}"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76FBB-CFE1-A244-A571-0C5504F04C9C}" type="slidenum">
              <a:rPr lang="en-GB" smtClean="0"/>
              <a:t>‹#›</a:t>
            </a:fld>
            <a:endParaRPr lang="en-GB"/>
          </a:p>
        </p:txBody>
      </p:sp>
    </p:spTree>
    <p:extLst>
      <p:ext uri="{BB962C8B-B14F-4D97-AF65-F5344CB8AC3E}">
        <p14:creationId xmlns:p14="http://schemas.microsoft.com/office/powerpoint/2010/main" val="2540559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6276" y="402484"/>
            <a:ext cx="4595098" cy="146118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366276" y="2012414"/>
            <a:ext cx="4595098" cy="479654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366276" y="7006700"/>
            <a:ext cx="1198721" cy="402483"/>
          </a:xfrm>
          <a:prstGeom prst="rect">
            <a:avLst/>
          </a:prstGeom>
        </p:spPr>
        <p:txBody>
          <a:bodyPr vert="horz" lIns="91440" tIns="45720" rIns="91440" bIns="45720" rtlCol="0" anchor="ctr"/>
          <a:lstStyle>
            <a:lvl1pPr algn="l">
              <a:defRPr sz="699">
                <a:solidFill>
                  <a:schemeClr val="tx1">
                    <a:tint val="82000"/>
                  </a:schemeClr>
                </a:solidFill>
              </a:defRPr>
            </a:lvl1pPr>
          </a:lstStyle>
          <a:p>
            <a:fld id="{7CBC377A-BB38-ED4B-8E48-D215F9485276}" type="datetimeFigureOut">
              <a:rPr lang="en-GB" smtClean="0"/>
              <a:t>11/12/2024</a:t>
            </a:fld>
            <a:endParaRPr lang="en-GB"/>
          </a:p>
        </p:txBody>
      </p:sp>
      <p:sp>
        <p:nvSpPr>
          <p:cNvPr id="5" name="Footer Placeholder 4"/>
          <p:cNvSpPr>
            <a:spLocks noGrp="1"/>
          </p:cNvSpPr>
          <p:nvPr>
            <p:ph type="ftr" sz="quarter" idx="3"/>
          </p:nvPr>
        </p:nvSpPr>
        <p:spPr>
          <a:xfrm>
            <a:off x="1764784" y="7006700"/>
            <a:ext cx="1798082" cy="402483"/>
          </a:xfrm>
          <a:prstGeom prst="rect">
            <a:avLst/>
          </a:prstGeom>
        </p:spPr>
        <p:txBody>
          <a:bodyPr vert="horz" lIns="91440" tIns="45720" rIns="91440" bIns="45720" rtlCol="0" anchor="ctr"/>
          <a:lstStyle>
            <a:lvl1pPr algn="ctr">
              <a:defRPr sz="699">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3762653" y="7006700"/>
            <a:ext cx="1198721" cy="402483"/>
          </a:xfrm>
          <a:prstGeom prst="rect">
            <a:avLst/>
          </a:prstGeom>
        </p:spPr>
        <p:txBody>
          <a:bodyPr vert="horz" lIns="91440" tIns="45720" rIns="91440" bIns="45720" rtlCol="0" anchor="ctr"/>
          <a:lstStyle>
            <a:lvl1pPr algn="r">
              <a:defRPr sz="699">
                <a:solidFill>
                  <a:schemeClr val="tx1">
                    <a:tint val="82000"/>
                  </a:schemeClr>
                </a:solidFill>
              </a:defRPr>
            </a:lvl1pPr>
          </a:lstStyle>
          <a:p>
            <a:fld id="{09176FBB-CFE1-A244-A571-0C5504F04C9C}" type="slidenum">
              <a:rPr lang="en-GB" smtClean="0"/>
              <a:t>‹#›</a:t>
            </a:fld>
            <a:endParaRPr lang="en-GB"/>
          </a:p>
        </p:txBody>
      </p:sp>
    </p:spTree>
    <p:extLst>
      <p:ext uri="{BB962C8B-B14F-4D97-AF65-F5344CB8AC3E}">
        <p14:creationId xmlns:p14="http://schemas.microsoft.com/office/powerpoint/2010/main" val="3226834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32729" rtl="0" eaLnBrk="1" latinLnBrk="0" hangingPunct="1">
        <a:lnSpc>
          <a:spcPct val="90000"/>
        </a:lnSpc>
        <a:spcBef>
          <a:spcPct val="0"/>
        </a:spcBef>
        <a:buNone/>
        <a:defRPr sz="2563" kern="1200">
          <a:solidFill>
            <a:schemeClr val="tx1"/>
          </a:solidFill>
          <a:latin typeface="+mj-lt"/>
          <a:ea typeface="+mj-ea"/>
          <a:cs typeface="+mj-cs"/>
        </a:defRPr>
      </a:lvl1pPr>
    </p:titleStyle>
    <p:bodyStyle>
      <a:lvl1pPr marL="133182" indent="-133182" algn="l" defTabSz="532729" rtl="0" eaLnBrk="1" latinLnBrk="0" hangingPunct="1">
        <a:lnSpc>
          <a:spcPct val="90000"/>
        </a:lnSpc>
        <a:spcBef>
          <a:spcPts val="583"/>
        </a:spcBef>
        <a:buFont typeface="Arial" panose="020B0604020202020204" pitchFamily="34" charset="0"/>
        <a:buChar char="•"/>
        <a:defRPr sz="1631" kern="1200">
          <a:solidFill>
            <a:schemeClr val="tx1"/>
          </a:solidFill>
          <a:latin typeface="+mn-lt"/>
          <a:ea typeface="+mn-ea"/>
          <a:cs typeface="+mn-cs"/>
        </a:defRPr>
      </a:lvl1pPr>
      <a:lvl2pPr marL="399547" indent="-133182" algn="l" defTabSz="532729" rtl="0" eaLnBrk="1" latinLnBrk="0" hangingPunct="1">
        <a:lnSpc>
          <a:spcPct val="90000"/>
        </a:lnSpc>
        <a:spcBef>
          <a:spcPts val="291"/>
        </a:spcBef>
        <a:buFont typeface="Arial" panose="020B0604020202020204" pitchFamily="34" charset="0"/>
        <a:buChar char="•"/>
        <a:defRPr sz="1398" kern="1200">
          <a:solidFill>
            <a:schemeClr val="tx1"/>
          </a:solidFill>
          <a:latin typeface="+mn-lt"/>
          <a:ea typeface="+mn-ea"/>
          <a:cs typeface="+mn-cs"/>
        </a:defRPr>
      </a:lvl2pPr>
      <a:lvl3pPr marL="665912" indent="-133182" algn="l" defTabSz="532729" rtl="0" eaLnBrk="1" latinLnBrk="0" hangingPunct="1">
        <a:lnSpc>
          <a:spcPct val="90000"/>
        </a:lnSpc>
        <a:spcBef>
          <a:spcPts val="291"/>
        </a:spcBef>
        <a:buFont typeface="Arial" panose="020B0604020202020204" pitchFamily="34" charset="0"/>
        <a:buChar char="•"/>
        <a:defRPr sz="1165" kern="1200">
          <a:solidFill>
            <a:schemeClr val="tx1"/>
          </a:solidFill>
          <a:latin typeface="+mn-lt"/>
          <a:ea typeface="+mn-ea"/>
          <a:cs typeface="+mn-cs"/>
        </a:defRPr>
      </a:lvl3pPr>
      <a:lvl4pPr marL="932277"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4pPr>
      <a:lvl5pPr marL="1198641"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5pPr>
      <a:lvl6pPr marL="1465006"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6pPr>
      <a:lvl7pPr marL="1731371"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7pPr>
      <a:lvl8pPr marL="1997735"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8pPr>
      <a:lvl9pPr marL="2264100" indent="-133182" algn="l" defTabSz="532729" rtl="0" eaLnBrk="1" latinLnBrk="0" hangingPunct="1">
        <a:lnSpc>
          <a:spcPct val="90000"/>
        </a:lnSpc>
        <a:spcBef>
          <a:spcPts val="291"/>
        </a:spcBef>
        <a:buFont typeface="Arial" panose="020B0604020202020204" pitchFamily="34" charset="0"/>
        <a:buChar char="•"/>
        <a:defRPr sz="1049" kern="1200">
          <a:solidFill>
            <a:schemeClr val="tx1"/>
          </a:solidFill>
          <a:latin typeface="+mn-lt"/>
          <a:ea typeface="+mn-ea"/>
          <a:cs typeface="+mn-cs"/>
        </a:defRPr>
      </a:lvl9pPr>
    </p:bodyStyle>
    <p:otherStyle>
      <a:defPPr>
        <a:defRPr lang="en-US"/>
      </a:defPPr>
      <a:lvl1pPr marL="0" algn="l" defTabSz="532729" rtl="0" eaLnBrk="1" latinLnBrk="0" hangingPunct="1">
        <a:defRPr sz="1049" kern="1200">
          <a:solidFill>
            <a:schemeClr val="tx1"/>
          </a:solidFill>
          <a:latin typeface="+mn-lt"/>
          <a:ea typeface="+mn-ea"/>
          <a:cs typeface="+mn-cs"/>
        </a:defRPr>
      </a:lvl1pPr>
      <a:lvl2pPr marL="266365" algn="l" defTabSz="532729" rtl="0" eaLnBrk="1" latinLnBrk="0" hangingPunct="1">
        <a:defRPr sz="1049" kern="1200">
          <a:solidFill>
            <a:schemeClr val="tx1"/>
          </a:solidFill>
          <a:latin typeface="+mn-lt"/>
          <a:ea typeface="+mn-ea"/>
          <a:cs typeface="+mn-cs"/>
        </a:defRPr>
      </a:lvl2pPr>
      <a:lvl3pPr marL="532729" algn="l" defTabSz="532729" rtl="0" eaLnBrk="1" latinLnBrk="0" hangingPunct="1">
        <a:defRPr sz="1049" kern="1200">
          <a:solidFill>
            <a:schemeClr val="tx1"/>
          </a:solidFill>
          <a:latin typeface="+mn-lt"/>
          <a:ea typeface="+mn-ea"/>
          <a:cs typeface="+mn-cs"/>
        </a:defRPr>
      </a:lvl3pPr>
      <a:lvl4pPr marL="799094" algn="l" defTabSz="532729" rtl="0" eaLnBrk="1" latinLnBrk="0" hangingPunct="1">
        <a:defRPr sz="1049" kern="1200">
          <a:solidFill>
            <a:schemeClr val="tx1"/>
          </a:solidFill>
          <a:latin typeface="+mn-lt"/>
          <a:ea typeface="+mn-ea"/>
          <a:cs typeface="+mn-cs"/>
        </a:defRPr>
      </a:lvl4pPr>
      <a:lvl5pPr marL="1065459" algn="l" defTabSz="532729" rtl="0" eaLnBrk="1" latinLnBrk="0" hangingPunct="1">
        <a:defRPr sz="1049" kern="1200">
          <a:solidFill>
            <a:schemeClr val="tx1"/>
          </a:solidFill>
          <a:latin typeface="+mn-lt"/>
          <a:ea typeface="+mn-ea"/>
          <a:cs typeface="+mn-cs"/>
        </a:defRPr>
      </a:lvl5pPr>
      <a:lvl6pPr marL="1331824" algn="l" defTabSz="532729" rtl="0" eaLnBrk="1" latinLnBrk="0" hangingPunct="1">
        <a:defRPr sz="1049" kern="1200">
          <a:solidFill>
            <a:schemeClr val="tx1"/>
          </a:solidFill>
          <a:latin typeface="+mn-lt"/>
          <a:ea typeface="+mn-ea"/>
          <a:cs typeface="+mn-cs"/>
        </a:defRPr>
      </a:lvl6pPr>
      <a:lvl7pPr marL="1598188" algn="l" defTabSz="532729" rtl="0" eaLnBrk="1" latinLnBrk="0" hangingPunct="1">
        <a:defRPr sz="1049" kern="1200">
          <a:solidFill>
            <a:schemeClr val="tx1"/>
          </a:solidFill>
          <a:latin typeface="+mn-lt"/>
          <a:ea typeface="+mn-ea"/>
          <a:cs typeface="+mn-cs"/>
        </a:defRPr>
      </a:lvl7pPr>
      <a:lvl8pPr marL="1864553" algn="l" defTabSz="532729" rtl="0" eaLnBrk="1" latinLnBrk="0" hangingPunct="1">
        <a:defRPr sz="1049" kern="1200">
          <a:solidFill>
            <a:schemeClr val="tx1"/>
          </a:solidFill>
          <a:latin typeface="+mn-lt"/>
          <a:ea typeface="+mn-ea"/>
          <a:cs typeface="+mn-cs"/>
        </a:defRPr>
      </a:lvl8pPr>
      <a:lvl9pPr marL="2130918" algn="l" defTabSz="532729" rtl="0" eaLnBrk="1" latinLnBrk="0" hangingPunct="1">
        <a:defRPr sz="10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8C986D-6D30-99E4-8B8B-6C14CA404E75}"/>
              </a:ext>
            </a:extLst>
          </p:cNvPr>
          <p:cNvPicPr>
            <a:picLocks noChangeAspect="1"/>
          </p:cNvPicPr>
          <p:nvPr/>
        </p:nvPicPr>
        <p:blipFill>
          <a:blip r:embed="rId2"/>
          <a:srcRect l="9940" t="12983" r="816" b="10573"/>
          <a:stretch/>
        </p:blipFill>
        <p:spPr>
          <a:xfrm>
            <a:off x="-79869" y="917473"/>
            <a:ext cx="5491601" cy="6656765"/>
          </a:xfrm>
          <a:prstGeom prst="rect">
            <a:avLst/>
          </a:prstGeom>
        </p:spPr>
      </p:pic>
      <p:sp>
        <p:nvSpPr>
          <p:cNvPr id="10" name="Rectangle 9">
            <a:extLst>
              <a:ext uri="{FF2B5EF4-FFF2-40B4-BE49-F238E27FC236}">
                <a16:creationId xmlns:a16="http://schemas.microsoft.com/office/drawing/2014/main" id="{92AAC363-8D97-0327-E823-2CFBA064B7F2}"/>
              </a:ext>
            </a:extLst>
          </p:cNvPr>
          <p:cNvSpPr/>
          <p:nvPr/>
        </p:nvSpPr>
        <p:spPr>
          <a:xfrm>
            <a:off x="-378372" y="0"/>
            <a:ext cx="6022427" cy="9174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BEDFE8EC-DCC1-9E6E-D0F9-43423202F514}"/>
              </a:ext>
            </a:extLst>
          </p:cNvPr>
          <p:cNvSpPr txBox="1"/>
          <p:nvPr/>
        </p:nvSpPr>
        <p:spPr>
          <a:xfrm>
            <a:off x="93731" y="160050"/>
            <a:ext cx="5318002" cy="369332"/>
          </a:xfrm>
          <a:prstGeom prst="rect">
            <a:avLst/>
          </a:prstGeom>
          <a:noFill/>
        </p:spPr>
        <p:txBody>
          <a:bodyPr wrap="square" rtlCol="0">
            <a:spAutoFit/>
          </a:bodyPr>
          <a:lstStyle/>
          <a:p>
            <a:r>
              <a:rPr lang="en-GB" dirty="0">
                <a:solidFill>
                  <a:schemeClr val="bg1"/>
                </a:solidFill>
                <a:latin typeface="Helvetica" pitchFamily="2" charset="0"/>
              </a:rPr>
              <a:t>Naming the Pain in Requirements Engineering</a:t>
            </a:r>
          </a:p>
        </p:txBody>
      </p:sp>
      <p:sp>
        <p:nvSpPr>
          <p:cNvPr id="5" name="TextBox 4">
            <a:extLst>
              <a:ext uri="{FF2B5EF4-FFF2-40B4-BE49-F238E27FC236}">
                <a16:creationId xmlns:a16="http://schemas.microsoft.com/office/drawing/2014/main" id="{B791834B-D226-BCA4-25E1-D34C1F02BFB2}"/>
              </a:ext>
            </a:extLst>
          </p:cNvPr>
          <p:cNvSpPr txBox="1"/>
          <p:nvPr/>
        </p:nvSpPr>
        <p:spPr>
          <a:xfrm>
            <a:off x="0" y="455809"/>
            <a:ext cx="5318002" cy="461665"/>
          </a:xfrm>
          <a:prstGeom prst="rect">
            <a:avLst/>
          </a:prstGeom>
          <a:noFill/>
        </p:spPr>
        <p:txBody>
          <a:bodyPr wrap="square" rtlCol="0">
            <a:spAutoFit/>
          </a:bodyPr>
          <a:lstStyle/>
          <a:p>
            <a:pPr algn="ctr"/>
            <a:r>
              <a:rPr lang="en-GB" sz="1200" dirty="0">
                <a:solidFill>
                  <a:schemeClr val="bg1"/>
                </a:solidFill>
                <a:latin typeface="Helvetica" pitchFamily="2" charset="0"/>
              </a:rPr>
              <a:t>A globally distributed, bi-yearly family of surveys on the </a:t>
            </a:r>
            <a:br>
              <a:rPr lang="en-GB" sz="1200" dirty="0">
                <a:solidFill>
                  <a:schemeClr val="bg1"/>
                </a:solidFill>
                <a:latin typeface="Helvetica" pitchFamily="2" charset="0"/>
              </a:rPr>
            </a:br>
            <a:r>
              <a:rPr lang="en-GB" sz="1200" dirty="0">
                <a:solidFill>
                  <a:schemeClr val="bg1"/>
                </a:solidFill>
                <a:latin typeface="Helvetica" pitchFamily="2" charset="0"/>
              </a:rPr>
              <a:t>status quo and challenges in Requirements Engineering</a:t>
            </a:r>
          </a:p>
        </p:txBody>
      </p:sp>
      <p:sp>
        <p:nvSpPr>
          <p:cNvPr id="11" name="Rectangle 10">
            <a:extLst>
              <a:ext uri="{FF2B5EF4-FFF2-40B4-BE49-F238E27FC236}">
                <a16:creationId xmlns:a16="http://schemas.microsoft.com/office/drawing/2014/main" id="{B3E13B05-A46A-105C-1173-9E4A8384A25E}"/>
              </a:ext>
            </a:extLst>
          </p:cNvPr>
          <p:cNvSpPr/>
          <p:nvPr/>
        </p:nvSpPr>
        <p:spPr>
          <a:xfrm rot="1216291">
            <a:off x="3828205" y="1900314"/>
            <a:ext cx="1264714" cy="792534"/>
          </a:xfrm>
          <a:prstGeom prst="rect">
            <a:avLst/>
          </a:prstGeom>
          <a:solidFill>
            <a:srgbClr val="FFC000"/>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Helvetica" pitchFamily="2" charset="0"/>
              </a:rPr>
              <a:t>More on: </a:t>
            </a:r>
            <a:r>
              <a:rPr lang="en-GB" sz="1200" dirty="0" err="1">
                <a:solidFill>
                  <a:schemeClr val="tx1"/>
                </a:solidFill>
                <a:latin typeface="Helvetica" pitchFamily="2" charset="0"/>
              </a:rPr>
              <a:t>www.napire.org</a:t>
            </a:r>
            <a:endParaRPr lang="en-GB" sz="1200" dirty="0">
              <a:solidFill>
                <a:schemeClr val="tx1"/>
              </a:solidFill>
              <a:latin typeface="Helvetica" pitchFamily="2" charset="0"/>
            </a:endParaRPr>
          </a:p>
        </p:txBody>
      </p:sp>
    </p:spTree>
    <p:extLst>
      <p:ext uri="{BB962C8B-B14F-4D97-AF65-F5344CB8AC3E}">
        <p14:creationId xmlns:p14="http://schemas.microsoft.com/office/powerpoint/2010/main" val="53236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A4F7-1E21-C4A3-F490-8A221110493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10B8E0D-6B14-294D-EEAB-A00F99BBE3E0}"/>
              </a:ext>
            </a:extLst>
          </p:cNvPr>
          <p:cNvSpPr/>
          <p:nvPr/>
        </p:nvSpPr>
        <p:spPr>
          <a:xfrm>
            <a:off x="-378372" y="0"/>
            <a:ext cx="6022427" cy="9174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Helvetica" pitchFamily="2" charset="0"/>
            </a:endParaRPr>
          </a:p>
        </p:txBody>
      </p:sp>
      <p:sp>
        <p:nvSpPr>
          <p:cNvPr id="4" name="TextBox 3">
            <a:extLst>
              <a:ext uri="{FF2B5EF4-FFF2-40B4-BE49-F238E27FC236}">
                <a16:creationId xmlns:a16="http://schemas.microsoft.com/office/drawing/2014/main" id="{BAB39CCA-DD22-264C-C867-D6D0F6BE5EF4}"/>
              </a:ext>
            </a:extLst>
          </p:cNvPr>
          <p:cNvSpPr txBox="1"/>
          <p:nvPr/>
        </p:nvSpPr>
        <p:spPr>
          <a:xfrm>
            <a:off x="93731" y="160050"/>
            <a:ext cx="5318002" cy="369332"/>
          </a:xfrm>
          <a:prstGeom prst="rect">
            <a:avLst/>
          </a:prstGeom>
          <a:noFill/>
        </p:spPr>
        <p:txBody>
          <a:bodyPr wrap="square" rtlCol="0">
            <a:spAutoFit/>
          </a:bodyPr>
          <a:lstStyle/>
          <a:p>
            <a:r>
              <a:rPr lang="en-GB" dirty="0">
                <a:solidFill>
                  <a:schemeClr val="bg1"/>
                </a:solidFill>
                <a:latin typeface="Helvetica" pitchFamily="2" charset="0"/>
              </a:rPr>
              <a:t>Naming the Pain in Requirements Engineering</a:t>
            </a:r>
          </a:p>
        </p:txBody>
      </p:sp>
      <p:sp>
        <p:nvSpPr>
          <p:cNvPr id="5" name="TextBox 4">
            <a:extLst>
              <a:ext uri="{FF2B5EF4-FFF2-40B4-BE49-F238E27FC236}">
                <a16:creationId xmlns:a16="http://schemas.microsoft.com/office/drawing/2014/main" id="{C3C19802-9C73-2C68-7E9B-6585B853BC40}"/>
              </a:ext>
            </a:extLst>
          </p:cNvPr>
          <p:cNvSpPr txBox="1"/>
          <p:nvPr/>
        </p:nvSpPr>
        <p:spPr>
          <a:xfrm>
            <a:off x="0" y="455809"/>
            <a:ext cx="5318002" cy="461665"/>
          </a:xfrm>
          <a:prstGeom prst="rect">
            <a:avLst/>
          </a:prstGeom>
          <a:noFill/>
        </p:spPr>
        <p:txBody>
          <a:bodyPr wrap="square" rtlCol="0">
            <a:spAutoFit/>
          </a:bodyPr>
          <a:lstStyle/>
          <a:p>
            <a:pPr algn="ctr"/>
            <a:r>
              <a:rPr lang="en-GB" sz="1200" dirty="0">
                <a:solidFill>
                  <a:schemeClr val="bg1"/>
                </a:solidFill>
                <a:latin typeface="Helvetica" pitchFamily="2" charset="0"/>
              </a:rPr>
              <a:t>A globally distributed, bi-yearly family of surveys on the </a:t>
            </a:r>
            <a:br>
              <a:rPr lang="en-GB" sz="1200" dirty="0">
                <a:solidFill>
                  <a:schemeClr val="bg1"/>
                </a:solidFill>
                <a:latin typeface="Helvetica" pitchFamily="2" charset="0"/>
              </a:rPr>
            </a:br>
            <a:r>
              <a:rPr lang="en-GB" sz="1200" dirty="0">
                <a:solidFill>
                  <a:schemeClr val="bg1"/>
                </a:solidFill>
                <a:latin typeface="Helvetica" pitchFamily="2" charset="0"/>
              </a:rPr>
              <a:t>status quo and challenges in Requirements Engineering</a:t>
            </a:r>
          </a:p>
        </p:txBody>
      </p:sp>
      <p:sp>
        <p:nvSpPr>
          <p:cNvPr id="3" name="Rectangle 2">
            <a:extLst>
              <a:ext uri="{FF2B5EF4-FFF2-40B4-BE49-F238E27FC236}">
                <a16:creationId xmlns:a16="http://schemas.microsoft.com/office/drawing/2014/main" id="{D34749F8-7B26-E1DE-DD14-41C1B46E95FF}"/>
              </a:ext>
            </a:extLst>
          </p:cNvPr>
          <p:cNvSpPr/>
          <p:nvPr/>
        </p:nvSpPr>
        <p:spPr>
          <a:xfrm>
            <a:off x="93730" y="1373282"/>
            <a:ext cx="2763769" cy="1697577"/>
          </a:xfrm>
          <a:prstGeom prst="rect">
            <a:avLst/>
          </a:prstGeom>
          <a:solidFill>
            <a:srgbClr val="F3F6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tx1"/>
                </a:solidFill>
                <a:latin typeface="Helvetica" pitchFamily="2" charset="0"/>
              </a:rPr>
              <a:t>👉 What is </a:t>
            </a:r>
            <a:r>
              <a:rPr lang="en-GB" sz="1600" b="1" dirty="0" err="1">
                <a:solidFill>
                  <a:schemeClr val="tx1"/>
                </a:solidFill>
                <a:latin typeface="Helvetica" pitchFamily="2" charset="0"/>
              </a:rPr>
              <a:t>NaPiRE</a:t>
            </a:r>
            <a:r>
              <a:rPr lang="en-GB" sz="1600" b="1" dirty="0">
                <a:solidFill>
                  <a:schemeClr val="tx1"/>
                </a:solidFill>
                <a:latin typeface="Helvetica" pitchFamily="2" charset="0"/>
              </a:rPr>
              <a:t>?</a:t>
            </a:r>
          </a:p>
        </p:txBody>
      </p:sp>
      <p:sp>
        <p:nvSpPr>
          <p:cNvPr id="6" name="Rectangle 5">
            <a:extLst>
              <a:ext uri="{FF2B5EF4-FFF2-40B4-BE49-F238E27FC236}">
                <a16:creationId xmlns:a16="http://schemas.microsoft.com/office/drawing/2014/main" id="{A5D9A2D5-FF78-913B-8B0A-A2641E983D63}"/>
              </a:ext>
            </a:extLst>
          </p:cNvPr>
          <p:cNvSpPr/>
          <p:nvPr/>
        </p:nvSpPr>
        <p:spPr>
          <a:xfrm>
            <a:off x="2410210" y="3259028"/>
            <a:ext cx="2763769" cy="1697577"/>
          </a:xfrm>
          <a:prstGeom prst="rect">
            <a:avLst/>
          </a:prstGeom>
          <a:solidFill>
            <a:srgbClr val="F3F6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tx1"/>
                </a:solidFill>
                <a:latin typeface="Helvetica" pitchFamily="2" charset="0"/>
              </a:rPr>
              <a:t>👉 Why is it important?</a:t>
            </a:r>
          </a:p>
        </p:txBody>
      </p:sp>
      <p:sp>
        <p:nvSpPr>
          <p:cNvPr id="7" name="Rectangle 6">
            <a:extLst>
              <a:ext uri="{FF2B5EF4-FFF2-40B4-BE49-F238E27FC236}">
                <a16:creationId xmlns:a16="http://schemas.microsoft.com/office/drawing/2014/main" id="{F2F93EC4-74DE-542E-EC42-4979D3576621}"/>
              </a:ext>
            </a:extLst>
          </p:cNvPr>
          <p:cNvSpPr/>
          <p:nvPr/>
        </p:nvSpPr>
        <p:spPr>
          <a:xfrm>
            <a:off x="93729" y="5337604"/>
            <a:ext cx="5140189" cy="1697577"/>
          </a:xfrm>
          <a:prstGeom prst="rect">
            <a:avLst/>
          </a:prstGeom>
          <a:solidFill>
            <a:srgbClr val="F3F6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600" b="1" dirty="0">
                <a:solidFill>
                  <a:schemeClr val="tx1"/>
                </a:solidFill>
                <a:latin typeface="Helvetica" pitchFamily="2" charset="0"/>
              </a:rPr>
              <a:t>👉 How can I contribute?</a:t>
            </a:r>
          </a:p>
        </p:txBody>
      </p:sp>
      <p:sp>
        <p:nvSpPr>
          <p:cNvPr id="8" name="Rectangle 7">
            <a:extLst>
              <a:ext uri="{FF2B5EF4-FFF2-40B4-BE49-F238E27FC236}">
                <a16:creationId xmlns:a16="http://schemas.microsoft.com/office/drawing/2014/main" id="{777E999A-54CA-D44E-0B99-BEFD7E6DDCB1}"/>
              </a:ext>
            </a:extLst>
          </p:cNvPr>
          <p:cNvSpPr/>
          <p:nvPr/>
        </p:nvSpPr>
        <p:spPr>
          <a:xfrm rot="1216291">
            <a:off x="3871078" y="1407780"/>
            <a:ext cx="1264714" cy="792534"/>
          </a:xfrm>
          <a:prstGeom prst="rect">
            <a:avLst/>
          </a:prstGeom>
          <a:solidFill>
            <a:srgbClr val="FFC000"/>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Helvetica" pitchFamily="2" charset="0"/>
              </a:rPr>
              <a:t>Survey running until </a:t>
            </a:r>
            <a:br>
              <a:rPr lang="en-GB" sz="1200" dirty="0">
                <a:solidFill>
                  <a:schemeClr val="tx1"/>
                </a:solidFill>
                <a:latin typeface="Helvetica" pitchFamily="2" charset="0"/>
              </a:rPr>
            </a:br>
            <a:r>
              <a:rPr lang="en-GB" sz="1200" dirty="0">
                <a:solidFill>
                  <a:schemeClr val="tx1"/>
                </a:solidFill>
                <a:latin typeface="Helvetica" pitchFamily="2" charset="0"/>
              </a:rPr>
              <a:t>March 31, 2025</a:t>
            </a:r>
          </a:p>
        </p:txBody>
      </p:sp>
      <p:sp>
        <p:nvSpPr>
          <p:cNvPr id="9" name="TextBox 8">
            <a:extLst>
              <a:ext uri="{FF2B5EF4-FFF2-40B4-BE49-F238E27FC236}">
                <a16:creationId xmlns:a16="http://schemas.microsoft.com/office/drawing/2014/main" id="{A20F74FF-E3BC-96B8-DC86-3003739EDBBC}"/>
              </a:ext>
            </a:extLst>
          </p:cNvPr>
          <p:cNvSpPr txBox="1"/>
          <p:nvPr/>
        </p:nvSpPr>
        <p:spPr>
          <a:xfrm>
            <a:off x="93731" y="1788420"/>
            <a:ext cx="2649470" cy="1323439"/>
          </a:xfrm>
          <a:prstGeom prst="rect">
            <a:avLst/>
          </a:prstGeom>
          <a:noFill/>
        </p:spPr>
        <p:txBody>
          <a:bodyPr wrap="square" rtlCol="0">
            <a:spAutoFit/>
          </a:bodyPr>
          <a:lstStyle/>
          <a:p>
            <a:pPr algn="just"/>
            <a:r>
              <a:rPr lang="en-GB" sz="1000" dirty="0"/>
              <a:t>Naming the Pain in Requirements Engineering (“</a:t>
            </a:r>
            <a:r>
              <a:rPr lang="en-GB" sz="1000" dirty="0" err="1"/>
              <a:t>NaPiRE</a:t>
            </a:r>
            <a:r>
              <a:rPr lang="en-GB" sz="1000" dirty="0"/>
              <a:t>”) is an initiative by the international community of Software Engineering researchers, launched in 2012. As part of that initiative, we regularly conduct systematic online surveys to explore contemporary practices and challenges in Requirements Engineering. </a:t>
            </a:r>
          </a:p>
        </p:txBody>
      </p:sp>
      <p:sp>
        <p:nvSpPr>
          <p:cNvPr id="11" name="TextBox 10">
            <a:extLst>
              <a:ext uri="{FF2B5EF4-FFF2-40B4-BE49-F238E27FC236}">
                <a16:creationId xmlns:a16="http://schemas.microsoft.com/office/drawing/2014/main" id="{A0B3B52F-66CB-91AB-5E27-CD877079D442}"/>
              </a:ext>
            </a:extLst>
          </p:cNvPr>
          <p:cNvSpPr txBox="1"/>
          <p:nvPr/>
        </p:nvSpPr>
        <p:spPr>
          <a:xfrm>
            <a:off x="2524509" y="3592166"/>
            <a:ext cx="2649470" cy="1323439"/>
          </a:xfrm>
          <a:prstGeom prst="rect">
            <a:avLst/>
          </a:prstGeom>
          <a:noFill/>
        </p:spPr>
        <p:txBody>
          <a:bodyPr wrap="square" rtlCol="0">
            <a:spAutoFit/>
          </a:bodyPr>
          <a:lstStyle/>
          <a:p>
            <a:pPr algn="just"/>
            <a:r>
              <a:rPr lang="en-GB" sz="1000" dirty="0"/>
              <a:t>By better understanding how practitioners handle requirements and what problems they encounter – by better understanding what really matters – we can steer our research in a problem-driven matter. The data we collect is anonymised and shared with the research community to foster research with high practical impact. </a:t>
            </a:r>
          </a:p>
        </p:txBody>
      </p:sp>
      <p:pic>
        <p:nvPicPr>
          <p:cNvPr id="13" name="Picture 12">
            <a:extLst>
              <a:ext uri="{FF2B5EF4-FFF2-40B4-BE49-F238E27FC236}">
                <a16:creationId xmlns:a16="http://schemas.microsoft.com/office/drawing/2014/main" id="{A4B576A5-E89F-E2E5-4247-D27517F2A7EF}"/>
              </a:ext>
            </a:extLst>
          </p:cNvPr>
          <p:cNvPicPr>
            <a:picLocks noChangeAspect="1"/>
          </p:cNvPicPr>
          <p:nvPr/>
        </p:nvPicPr>
        <p:blipFill>
          <a:blip r:embed="rId2"/>
          <a:stretch>
            <a:fillRect/>
          </a:stretch>
        </p:blipFill>
        <p:spPr>
          <a:xfrm>
            <a:off x="402846" y="3733174"/>
            <a:ext cx="1604520" cy="925871"/>
          </a:xfrm>
          <a:prstGeom prst="rect">
            <a:avLst/>
          </a:prstGeom>
        </p:spPr>
      </p:pic>
      <p:sp>
        <p:nvSpPr>
          <p:cNvPr id="15" name="TextBox 14">
            <a:extLst>
              <a:ext uri="{FF2B5EF4-FFF2-40B4-BE49-F238E27FC236}">
                <a16:creationId xmlns:a16="http://schemas.microsoft.com/office/drawing/2014/main" id="{DD820432-C2C3-2B12-7D71-7E9F2A593F90}"/>
              </a:ext>
            </a:extLst>
          </p:cNvPr>
          <p:cNvSpPr txBox="1"/>
          <p:nvPr/>
        </p:nvSpPr>
        <p:spPr>
          <a:xfrm>
            <a:off x="150879" y="5654212"/>
            <a:ext cx="2955736" cy="707886"/>
          </a:xfrm>
          <a:prstGeom prst="rect">
            <a:avLst/>
          </a:prstGeom>
          <a:noFill/>
        </p:spPr>
        <p:txBody>
          <a:bodyPr wrap="square" rtlCol="0">
            <a:spAutoFit/>
          </a:bodyPr>
          <a:lstStyle/>
          <a:p>
            <a:pPr algn="just"/>
            <a:r>
              <a:rPr lang="en-GB" sz="1000" dirty="0"/>
              <a:t>Are you working with software requirements and want to share your experiences? Make your voice being heard by answering our online survey! </a:t>
            </a:r>
          </a:p>
          <a:p>
            <a:endParaRPr lang="en-GB" sz="1000" dirty="0"/>
          </a:p>
        </p:txBody>
      </p:sp>
      <p:sp>
        <p:nvSpPr>
          <p:cNvPr id="17" name="TextBox 16">
            <a:extLst>
              <a:ext uri="{FF2B5EF4-FFF2-40B4-BE49-F238E27FC236}">
                <a16:creationId xmlns:a16="http://schemas.microsoft.com/office/drawing/2014/main" id="{722AAFF5-04B4-A1A5-BDD8-8DA717E4105F}"/>
              </a:ext>
            </a:extLst>
          </p:cNvPr>
          <p:cNvSpPr txBox="1"/>
          <p:nvPr/>
        </p:nvSpPr>
        <p:spPr>
          <a:xfrm>
            <a:off x="150879" y="6586373"/>
            <a:ext cx="3261360"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Aptos" panose="02110004020202020204"/>
                <a:ea typeface="+mn-ea"/>
                <a:cs typeface="+mn-cs"/>
              </a:rPr>
              <a:t>https://ww2.unipark.de/uc/</a:t>
            </a:r>
            <a:r>
              <a:rPr kumimoji="0" lang="en-GB" sz="1000" b="0" i="0" u="none" strike="noStrike" kern="1200" cap="none" spc="0" normalizeH="0" baseline="0" noProof="0" dirty="0" err="1">
                <a:ln>
                  <a:noFill/>
                </a:ln>
                <a:solidFill>
                  <a:prstClr val="black"/>
                </a:solidFill>
                <a:effectLst/>
                <a:uLnTx/>
                <a:uFillTx/>
                <a:latin typeface="Aptos" panose="02110004020202020204"/>
                <a:ea typeface="+mn-ea"/>
                <a:cs typeface="+mn-cs"/>
              </a:rPr>
              <a:t>NaPiRE-HumanFactors</a:t>
            </a:r>
            <a:r>
              <a:rPr kumimoji="0" lang="en-GB" sz="1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pic>
        <p:nvPicPr>
          <p:cNvPr id="12" name="Picture 11">
            <a:extLst>
              <a:ext uri="{FF2B5EF4-FFF2-40B4-BE49-F238E27FC236}">
                <a16:creationId xmlns:a16="http://schemas.microsoft.com/office/drawing/2014/main" id="{E10B74D6-3BDA-9C23-C373-81D76F866DDB}"/>
              </a:ext>
            </a:extLst>
          </p:cNvPr>
          <p:cNvPicPr>
            <a:picLocks noChangeAspect="1"/>
          </p:cNvPicPr>
          <p:nvPr/>
        </p:nvPicPr>
        <p:blipFill>
          <a:blip r:embed="rId3"/>
          <a:stretch>
            <a:fillRect/>
          </a:stretch>
        </p:blipFill>
        <p:spPr>
          <a:xfrm>
            <a:off x="3562377" y="5413091"/>
            <a:ext cx="1562100" cy="1562100"/>
          </a:xfrm>
          <a:prstGeom prst="rect">
            <a:avLst/>
          </a:prstGeom>
        </p:spPr>
      </p:pic>
    </p:spTree>
    <p:extLst>
      <p:ext uri="{BB962C8B-B14F-4D97-AF65-F5344CB8AC3E}">
        <p14:creationId xmlns:p14="http://schemas.microsoft.com/office/powerpoint/2010/main" val="24355124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29</TotalTime>
  <Words>214</Words>
  <Application>Microsoft Macintosh PowerPoint</Application>
  <PresentationFormat>Custom</PresentationFormat>
  <Paragraphs>13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Helvetica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Mendez</dc:creator>
  <cp:lastModifiedBy>Daniel Mendez</cp:lastModifiedBy>
  <cp:revision>12</cp:revision>
  <dcterms:created xsi:type="dcterms:W3CDTF">2024-12-05T16:14:28Z</dcterms:created>
  <dcterms:modified xsi:type="dcterms:W3CDTF">2024-12-11T05:18:51Z</dcterms:modified>
</cp:coreProperties>
</file>